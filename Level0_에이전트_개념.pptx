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1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24" y="3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00532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463040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0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에이전트란 무엇인가?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310896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챗봇과의 차이부터 작동 원리까지 — 개념 이해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4846320"/>
            <a:ext cx="9144000" cy="301752"/>
          </a:xfrm>
          <a:prstGeom prst="rect">
            <a:avLst/>
          </a:prstGeom>
          <a:solidFill>
            <a:srgbClr val="162D4A"/>
          </a:solidFill>
          <a:ln w="12700">
            <a:solidFill>
              <a:srgbClr val="162D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48640" y="4846320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에이전트 교육 시리즈  |  실무자를 위한 AX 전략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챗봇 vs AI 에이전트</a:t>
            </a:r>
            <a:endParaRPr lang="en-US" sz="2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77724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구분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챗봇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AI 에이전트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</a:rPr>
                        <a:t>동작 방식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질문 → 답변 (1회 완결)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목표 → 계획 → 실행 → 검증 (반복)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</a:rPr>
                        <a:t>도구 사용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없음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검색·계산·API·파일 등 자유롭게 사용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</a:rPr>
                        <a:t>자율성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없음 (사람이 매번 지시)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스스로 다음 행동 결정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</a:rPr>
                        <a:t>기억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대화 내에서만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외부 DB·파일에 장기 저장 가능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</a:rPr>
                        <a:t>대표 예시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FAQ 자동응답 봇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주간 보고서 자동 생성·발송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</a:rPr>
                        <a:t>적합한 용도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단순 반복 Q&amp;A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복잡한 다단계 업무 자동화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에이전트의 작동 원리 (ReAct 루프)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457200" cy="6858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68680" y="822960"/>
            <a:ext cx="79552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051560" y="859536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 수신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1170432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사용자가 고수준 목표를 제시합니다  예) '이번 주 매출 보고서 작성해서 팀장에게 이메일로 보내줘'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1581912"/>
            <a:ext cx="457200" cy="6858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65760" y="1581912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68680" y="1581912"/>
            <a:ext cx="7955280" cy="68580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051560" y="161848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계획 수립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51560" y="1929384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LLM이 목표를 달성하기 위한 단계를 스스로 분해합니다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" y="2340864"/>
            <a:ext cx="457200" cy="6858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365760" y="2340864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68680" y="2340864"/>
            <a:ext cx="79552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051560" y="23774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도구 선택 &amp; 실행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2688336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필요한 도구(검색·계산·파일·API)를 선택하고 호출합니다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65760" y="3099816"/>
            <a:ext cx="457200" cy="6858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365760" y="3099816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68680" y="3099816"/>
            <a:ext cx="7955280" cy="68580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1051560" y="313639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관찰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51560" y="3447288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도구 실행 결과를 받아 다음 행동을 결정합니다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65760" y="3858768"/>
            <a:ext cx="457200" cy="6858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365760" y="3858768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868680" y="3858768"/>
            <a:ext cx="79552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1051560" y="3895344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반복 또는 완료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51560" y="4206240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 달성 여부를 판단하여 루프를 반복하거나 최종 답변을 출력합니다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지금 AI 에이전트인가?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26517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265176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274320" y="9601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11480" y="15087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반복 업무 해방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2057400"/>
            <a:ext cx="22860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매주 수작업으로 만들던 보고서, 데이터 정리, 이메일 초안을 에이전트가 자동 처리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사람은 판단과 창의적 업무에 집중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108960" y="822960"/>
            <a:ext cx="26517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3108960" y="822960"/>
            <a:ext cx="265176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3108960" y="9601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246120" y="15087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 연결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291840" y="2057400"/>
            <a:ext cx="22860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ERP, CRM, 이메일, Slack, 구글시트를 하나의 에이전트가 넘나들며 통합 처리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사일로 해소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943600" y="822960"/>
            <a:ext cx="26517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5943600" y="822960"/>
            <a:ext cx="265176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5943600" y="9601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080760" y="15087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확장성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126480" y="2057400"/>
            <a:ext cx="22860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사람 한 명이 처리하던 업무를 에이전트 하나가 24/7 처리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인력 증가 없이 처리량 확대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강의에서 배울 것 — 전체 로드맵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1097280" cy="4114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274320" y="10058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 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371600" y="1161288"/>
            <a:ext cx="137160" cy="914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228600" y="150876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개념 이해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508760" y="1005840"/>
            <a:ext cx="109728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508760" y="10058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 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606040" y="1161288"/>
            <a:ext cx="137160" cy="914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463040" y="150876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Claude.ai 체험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0" y="1005840"/>
            <a:ext cx="1097280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2743200" y="10058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 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840480" y="1161288"/>
            <a:ext cx="137160" cy="914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2697480" y="150876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자동화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977640" y="1005840"/>
            <a:ext cx="1097280" cy="4114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3977640" y="10058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 3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74920" y="1161288"/>
            <a:ext cx="137160" cy="914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3931920" y="150876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워크플로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212080" y="1005840"/>
            <a:ext cx="109728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5212080" y="10058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 4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309360" y="1161288"/>
            <a:ext cx="137160" cy="914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5166360" y="150876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API + Tool Use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46520" y="1005840"/>
            <a:ext cx="1097280" cy="4114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6446520" y="10058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 5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543800" y="1161288"/>
            <a:ext cx="137160" cy="914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6400800" y="150876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+ Claude Code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680960" y="1005840"/>
            <a:ext cx="1097280" cy="4114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7680960" y="10058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 6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635240" y="150876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Netlify 배포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4320" y="2194560"/>
            <a:ext cx="1097280" cy="274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274320" y="21945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지금 여기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65760" y="2697480"/>
            <a:ext cx="914400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365760" y="26974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 1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325880" y="2697480"/>
            <a:ext cx="32918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1463040" y="26974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Claude.ai  —  브라우저에서 바로 — API 불필요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65760" y="3337560"/>
            <a:ext cx="914400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365760" y="33375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 2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325880" y="3337560"/>
            <a:ext cx="32918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1463040" y="33375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Apps Script  —  Google 계정만으로 완전 자동화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65760" y="3977640"/>
            <a:ext cx="914400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365760" y="39776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 3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325880" y="3977640"/>
            <a:ext cx="32918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/>
          <p:nvPr/>
        </p:nvSpPr>
        <p:spPr>
          <a:xfrm>
            <a:off x="1463040" y="39776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 —  코드 없이 시각적 워크플로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754880" y="2697480"/>
            <a:ext cx="914400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/>
          <p:nvPr/>
        </p:nvSpPr>
        <p:spPr>
          <a:xfrm>
            <a:off x="4754880" y="26974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 4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715000" y="2697480"/>
            <a:ext cx="32918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5852160" y="26974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Anthropic SDK  —  Tool Use · 에이전트 루프 구현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754880" y="3337560"/>
            <a:ext cx="914400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9"/>
          <p:cNvSpPr/>
          <p:nvPr/>
        </p:nvSpPr>
        <p:spPr>
          <a:xfrm>
            <a:off x="4754880" y="33375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 5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5715000" y="3337560"/>
            <a:ext cx="32918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1"/>
          <p:cNvSpPr/>
          <p:nvPr/>
        </p:nvSpPr>
        <p:spPr>
          <a:xfrm>
            <a:off x="5852160" y="33375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+ Claude Code  —  로컬·사내 시스템 직접 연결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4754880" y="3977640"/>
            <a:ext cx="914400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3"/>
          <p:cNvSpPr/>
          <p:nvPr/>
        </p:nvSpPr>
        <p:spPr>
          <a:xfrm>
            <a:off x="4754880" y="39776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 6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5715000" y="3977640"/>
            <a:ext cx="32918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/>
          <p:cNvSpPr/>
          <p:nvPr/>
        </p:nvSpPr>
        <p:spPr>
          <a:xfrm>
            <a:off x="5852160" y="39776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Netlify  —  팀 공용 웹 서비스로 배포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457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 A: Claude.ai에서 바로 해보기 (5분)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claude.ai 접속 → 로그인 (Google 계정 가능)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아래 프롬프트를 복사해서 붙여넣기 후 Enter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783080"/>
            <a:ext cx="8412480" cy="1828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48640" y="1847088"/>
            <a:ext cx="80467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아래 이번 주 데이터로 주간 비즈니스 보고서를 작성해줘.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각 섹션을 【】로 구분하고 수치는 구체적으로 써줘.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[매출] 월:120, 화:95, 수:138, 목:142, 금:167 (단위: 만원)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[피드백] "배송 빠름", "품질 좋음", "AS 대기 길어", "가격 비쌈"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[이슈] 부품 수급 지연(3일), 신규 고객 계약 2건 체결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37033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결과 확인 → '이것을 매주 자동 실행'하면 에이전트!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4206240"/>
            <a:ext cx="8412480" cy="59436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502920" y="42062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토론: 이 결과물을 만드는 데 Claude.ai로 몇 분 걸렸나요? 매주 수동으로 한다면 연간 몇 시간인가요?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457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 B: 본인 업무 데이터로 교체해보기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 프롬프트의 데이터를 본인 업무 데이터로 바꿔서 다시 실행해보세요.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1188720" cy="105156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65760" y="1325880"/>
            <a:ext cx="1188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제조업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600200" y="1325880"/>
            <a:ext cx="71780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737360" y="1417320"/>
            <a:ext cx="6949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[생산량] 월:500, 화:480, 수:520개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[불량률] 월:2.1%, 화:1.8%, 수:3.2%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[이슈] 원자재 가격 15% 상승, 신규 설비 도입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2514600"/>
            <a:ext cx="1188720" cy="105156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65760" y="2514600"/>
            <a:ext cx="1188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병원/의료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600200" y="2514600"/>
            <a:ext cx="71780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737360" y="2606040"/>
            <a:ext cx="6949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[환자수] 월:85, 화:92, 수:78명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[만족도] "대기시간 길다", "친절함", "주차 불편"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[이슈] 신규 장비 도입, 의사 1명 퇴직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3703320"/>
            <a:ext cx="1188720" cy="105156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365760" y="3703320"/>
            <a:ext cx="1188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물류/유통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600200" y="3703320"/>
            <a:ext cx="71780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1737360" y="3794760"/>
            <a:ext cx="6949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[배송건수] 월:1200, 화:950, 수:1380건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[클레임] "파손", "지연", "오배송"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[이슈] 허브 창고 용량 포화, 신규 구역 개통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457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실습 완료 체크리스트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502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4748B"/>
                </a:solidFill>
              </a:rPr>
              <a:t>☐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868680"/>
            <a:ext cx="7589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챗봇과 에이전트의 차이를 3가지로 설명할 수 있다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490472"/>
            <a:ext cx="502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57200" y="1490472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4748B"/>
                </a:solidFill>
              </a:rPr>
              <a:t>☐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7280" y="1490472"/>
            <a:ext cx="7589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Claude.ai에서 주간 보고서 프롬프트를 실행해봤다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112264"/>
            <a:ext cx="502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57200" y="2112264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4748B"/>
                </a:solidFill>
              </a:rPr>
              <a:t>☐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97280" y="2112264"/>
            <a:ext cx="7589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본인 업무 데이터로 교체해서 결과를 확인했다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2734056"/>
            <a:ext cx="502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57200" y="2734056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4748B"/>
                </a:solidFill>
              </a:rPr>
              <a:t>☐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97280" y="2734056"/>
            <a:ext cx="7589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자동화하면 어떤 이점이 있는지 한 가지 이상 말할 수 있다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355848"/>
            <a:ext cx="502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457200" y="3355848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4748B"/>
                </a:solidFill>
              </a:rPr>
              <a:t>☐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97280" y="3355848"/>
            <a:ext cx="7589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단계(Level 1 또는 Level 2)로 진행할 방향을 결정했다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정리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411480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96012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에이전트 = 목표 수신 → 계획 → 도구 실행 → 반복 루프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411480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155448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챗봇은 1회 Q&amp;A, 에이전트는 자율적 다단계 실행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148840"/>
            <a:ext cx="411480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548640" y="21488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214884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1부터 직접 체험하며 개념을 내면화한다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206240"/>
            <a:ext cx="8046720" cy="640080"/>
          </a:xfrm>
          <a:prstGeom prst="rect">
            <a:avLst/>
          </a:prstGeom>
          <a:solidFill>
            <a:srgbClr val="162D4A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731520" y="42062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다음 단계: Level 1: Claude.ai로 수동 체험 — API 없이 에이전트 결과물 먼저 경험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769</Words>
  <Application>Microsoft Macintosh PowerPoint</Application>
  <PresentationFormat>화면 슬라이드 쇼(16:9)</PresentationFormat>
  <Paragraphs>139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Level 0: 에이전트란 무엇인가</dc:title>
  <dc:subject>PptxGenJS Presentation</dc:subject>
  <dc:creator>AI 에이전트 강의</dc:creator>
  <cp:lastModifiedBy>KimHwaJong</cp:lastModifiedBy>
  <cp:revision>2</cp:revision>
  <dcterms:created xsi:type="dcterms:W3CDTF">2026-06-06T03:14:38Z</dcterms:created>
  <dcterms:modified xsi:type="dcterms:W3CDTF">2026-06-06T04:45:49Z</dcterms:modified>
</cp:coreProperties>
</file>