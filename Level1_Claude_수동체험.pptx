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4630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Claude.ai로 수동 체험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없이 에이전트의 결과물을 먼저 경험한다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교육 시리즈  |  실무자를 위한 AX 전략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실습 순서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57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822960"/>
            <a:ext cx="7955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51560" y="8595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접속 → 새 대화 시작 (Google/이메일 계정으로 무료 가입)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457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1581912"/>
            <a:ext cx="795528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16184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설정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92938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시작 전 AI의 역할과 출력 형식을 지정 — '너는 경영 컨설턴트야. 보고서는 한국어로, 섹션 구분은 【】로 표시해'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340864"/>
            <a:ext cx="457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34086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2340864"/>
            <a:ext cx="7955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68833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[매출] 월:120, 화:95, 수:138, 목:142, 금:167 (단위: 만원) 형식으로 업무 데이터 붙여넣기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457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0998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8680" y="3099816"/>
            <a:ext cx="795528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51560" y="3136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및 수정 요청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44728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결과를 보고 '3번 항목을 더 구체적으로', '표 형식으로 바꿔줘' 등 후속 지시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457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5760" y="385876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8680" y="3858768"/>
            <a:ext cx="7955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51560" y="38953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인식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2062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이 과정을 반복해야 한다면? → '이걸 자동화하면 에이전트가 된다'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프롬프트 — 그대로 복사하세요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이번 주 데이터로 5섹션 주간 보고서를 작성해줘.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모든 수치는 구체적으로, 한계점도 솔직하게 포함해줘.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[매출] 월:120, 화:95, 수:138, 목:142, 금:167 (단위: 만원)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[피드백] "배송 빠름", "품질 좋음", "AS 대기 길어", "가격 비쌈"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[이슈] 부품 수급 지연(3일), 신규 고객 계약 2건 체결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 형식: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【1. 매출 분석】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【2. 고객 반응】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【3. 리스크 &amp; 이슈】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【4. 다음 주 액션 아이템】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【5. 종합 평가】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결과를 확인한 뒤 → '이 과정을 매주 자동 실행'하면 에이전트입니다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Claude.ai에서 배우는 핵심 개념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AI의 역할 설정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작성자·분석가·번역가 등 역할 지정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형식·언어·톤 미리 고정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매번 설명하지 않아도 되는 '페르소나'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08960" y="8229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08960" y="82296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10896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멀티턴 = 에이전트적 대화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'더 구체적으로' '표로 바꿔줘' '3번만 다시'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대화 안에서 점진적으로 완성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에이전트 루프의 수동 버전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8229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0" y="82296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수동의 비용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15분 × 50주 = 12.5시간/년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위험, 형식 불일치, 담당자 부재 리스크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자동화의 ROI를 느끼는 순간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A: System Prompt 체험 — Project 설정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777240"/>
            <a:ext cx="7909560" cy="9921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51560" y="813816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접속 후 로그인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23696"/>
            <a:ext cx="7589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claude.ai → Google 계정 또는 이메일로 로그인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42516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842516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1842516"/>
            <a:ext cx="7909560" cy="99212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1879092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사이드바 'Projects' 클릭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288972"/>
            <a:ext cx="7589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메뉴에서 Projects → '+ New Project' 클릭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907792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2907792"/>
            <a:ext cx="7909560" cy="9921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2944368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'Set instructions' 입력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54248"/>
            <a:ext cx="7589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시스템 프롬프트를 복사해서 붙여넣기 후 저장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73068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973068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973068"/>
            <a:ext cx="7909560" cy="99212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51560" y="4009644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대화 시작 후 테스트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419524"/>
            <a:ext cx="7589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안에서 새 채팅 → 제품 관련 질문 → 제품 외 질문 → 차이 확인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19509" y="3340174"/>
            <a:ext cx="7492897" cy="61986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180523" y="3321263"/>
            <a:ext cx="7167119" cy="450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TechKorea 전자제품 회사의 친절한 고객 서비스 담당자입니다.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답변은 200자 이내로 작성하고, 제품(스마트폰·노트북·태블릿·스마트워치) 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주제는 "해당 업무 범위 외"라고 정중히 안내하세요.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B: 멀티턴 대화 — 문맥 이어가기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777240"/>
            <a:ext cx="7909560" cy="9921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51560" y="813816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메시지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23696"/>
            <a:ext cx="7589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'노트북을 샀는데 배터리가 너무 빨리 닳아요' → 응답 확인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42516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842516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1842516"/>
            <a:ext cx="7909560" cy="99212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1879092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메시지 (문맥 이어가기)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288972"/>
            <a:ext cx="7589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'TechBook Pro 14인치 모델입니다' → 첫 메시지를 기억하고 대답하는지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907792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2907792"/>
            <a:ext cx="7909560" cy="9921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051560" y="2944368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번째 메시지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54248"/>
            <a:ext cx="7589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'교환이 안 된다면 환불은 가능한가요?' → 앞 대화 내용 유지하며 답변하는지 확인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73068"/>
            <a:ext cx="457200" cy="9921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973068"/>
            <a:ext cx="45720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973068"/>
            <a:ext cx="7909560" cy="99212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51560" y="4009644"/>
            <a:ext cx="3200400" cy="446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포인트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61326" y="4440784"/>
            <a:ext cx="6888314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Claude가 매번 '노트북'이라고 설명하지 않아도 문맥을 기억하는 것 확인 → 이것이 멀티턴의 핵심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1560" y="4456100"/>
            <a:ext cx="7635240" cy="411480"/>
          </a:xfrm>
          <a:prstGeom prst="rect">
            <a:avLst/>
          </a:prstGeom>
          <a:solidFill>
            <a:srgbClr val="F5F0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171822" y="4456100"/>
            <a:ext cx="746925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 API에서는 conversation_history 리스트에 이 대화 이력을 누적시켜 멀티턴을 구현합니다 (FM2_01 참고)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C: Claude.ai로 문서 분석 (FM2_01 Step 0 연결)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94720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이메일을 분석해줘: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수신: 전 임직원 / 발신: CEO 김한국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제목: 신제품 출시 일정 변경 공지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3월 20일 예정이던 TechBook Ultra 출시가 핵심 부품 수급 지연으로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4월 15일로 연기되었습니다.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영향 부서 긴급 회의: 내일(3월 16일) 오전 9시 전체 회의실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1.문서유형 2.핵심내용 3.필요한액션 4.중요날짜 형식으로 분석해줘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852553"/>
            <a:ext cx="457200" cy="69419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2852553"/>
            <a:ext cx="457200" cy="694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843126"/>
            <a:ext cx="7909560" cy="694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51560" y="2889130"/>
            <a:ext cx="3200400" cy="31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전체 복사 → Claude.ai 붙여넣기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182679"/>
            <a:ext cx="7589520" cy="347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텍스트를 그대로 복사해서 claude.ai에 붙여넣고 Enter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610279"/>
            <a:ext cx="457200" cy="69419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3610279"/>
            <a:ext cx="457200" cy="694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3610279"/>
            <a:ext cx="7909560" cy="69419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51560" y="3646856"/>
            <a:ext cx="3200400" cy="31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형식 변경 요청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993951"/>
            <a:ext cx="7589520" cy="347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'표 형식으로 다시 정리해줘' → 멀티턴으로 형식 변경 가능 확인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377429"/>
            <a:ext cx="457200" cy="69419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4377429"/>
            <a:ext cx="457200" cy="694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4377429"/>
            <a:ext cx="7909560" cy="694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51560" y="4414006"/>
            <a:ext cx="3200400" cy="31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이메일로 교체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8700" y="4762969"/>
            <a:ext cx="7589520" cy="347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 이메일을 붙여넣고 동일 분석 요청 — 즉시 활용 가능한 도구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실습 완료 체크리스트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8686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Projects에서 System Prompt를 설정했다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49047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관련 질문과 무관한 질문에서 역할 제한을 확인했다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1226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11226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3턴 이상 멀티턴 대화에서 문맥 유지를 확인했다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73405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이메일을 붙여넣어 자동 분석 결과를 얻었다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35584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3558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수동으로 한 이 과정을 API로 자동화하면 어떤 차이가 있는지 설명할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Prompt로 AI의 역할·형식을 미리 고정한다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멀티턴 대화는 에이전트 루프의 수동 버전이다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체험을 통해 '자동화하면 무엇이 달라지는가'를 직접 느낀다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62D4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다음 단계: Level 2: Google Apps Script — 첫 번째 자동화 완성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836</Words>
  <Application>Microsoft Macintosh PowerPoint</Application>
  <PresentationFormat>화면 슬라이드 쇼(16:9)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1: Claude.ai 수동 체험</dc:title>
  <dc:subject>PptxGenJS Presentation</dc:subject>
  <dc:creator>AI 에이전트 강의</dc:creator>
  <cp:lastModifiedBy>KimHwaJong</cp:lastModifiedBy>
  <cp:revision>2</cp:revision>
  <dcterms:created xsi:type="dcterms:W3CDTF">2026-06-06T03:14:38Z</dcterms:created>
  <dcterms:modified xsi:type="dcterms:W3CDTF">2026-06-06T04:52:54Z</dcterms:modified>
</cp:coreProperties>
</file>